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75" r:id="rId4"/>
    <p:sldId id="257" r:id="rId5"/>
    <p:sldId id="258" r:id="rId6"/>
    <p:sldId id="259" r:id="rId7"/>
    <p:sldId id="260" r:id="rId8"/>
    <p:sldId id="266" r:id="rId9"/>
    <p:sldId id="268" r:id="rId10"/>
    <p:sldId id="269" r:id="rId11"/>
    <p:sldId id="272" r:id="rId12"/>
    <p:sldId id="271" r:id="rId13"/>
    <p:sldId id="270" r:id="rId14"/>
    <p:sldId id="261" r:id="rId15"/>
    <p:sldId id="276" r:id="rId16"/>
    <p:sldId id="262" r:id="rId17"/>
    <p:sldId id="263" r:id="rId18"/>
    <p:sldId id="264" r:id="rId19"/>
    <p:sldId id="265" r:id="rId20"/>
    <p:sldId id="274" r:id="rId21"/>
  </p:sldIdLst>
  <p:sldSz cx="14630400" cy="8229600"/>
  <p:notesSz cx="8229600" cy="146304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Libre Baskerville" panose="020B0604020202020204" charset="0"/>
      <p:regular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401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08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19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02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1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23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62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78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65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61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35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8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jpg"/><Relationship Id="rId4" Type="http://schemas.openxmlformats.org/officeDocument/2006/relationships/image" Target="../media/image2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4270" y="4533503"/>
            <a:ext cx="10762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SpendWise – Smart Expense Tracker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493677" y="5333008"/>
            <a:ext cx="5964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Android Application with Java &amp; Firebase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3C0B8-F29D-43FA-832D-F0323951A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011" y="1524000"/>
            <a:ext cx="2722378" cy="27223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2351" y="1588362"/>
            <a:ext cx="10762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SpendWise – Smart Expense Tracker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421758" y="2387867"/>
            <a:ext cx="5964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Android Application with Java &amp; Firebase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3C0B8-F29D-43FA-832D-F0323951A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363" y="501493"/>
            <a:ext cx="1086869" cy="1086869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83F2531-8E4F-4E8E-88EA-9D352383A94A}"/>
              </a:ext>
            </a:extLst>
          </p:cNvPr>
          <p:cNvSpPr/>
          <p:nvPr/>
        </p:nvSpPr>
        <p:spPr>
          <a:xfrm>
            <a:off x="2766283" y="3721372"/>
            <a:ext cx="9275030" cy="443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5400" spc="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Riduan Aziz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5400" spc="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0752220005101007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5400" spc="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Regular-18th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2F18112D-BB81-494B-A719-0910186F406A}"/>
              </a:ext>
            </a:extLst>
          </p:cNvPr>
          <p:cNvSpPr/>
          <p:nvPr/>
        </p:nvSpPr>
        <p:spPr>
          <a:xfrm>
            <a:off x="2022351" y="2742197"/>
            <a:ext cx="10762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200" u="sng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Developed By: </a:t>
            </a:r>
            <a:endParaRPr lang="en-US" sz="3200" u="sng" dirty="0"/>
          </a:p>
        </p:txBody>
      </p:sp>
    </p:spTree>
    <p:extLst>
      <p:ext uri="{BB962C8B-B14F-4D97-AF65-F5344CB8AC3E}">
        <p14:creationId xmlns:p14="http://schemas.microsoft.com/office/powerpoint/2010/main" val="2488181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4270" y="1259589"/>
            <a:ext cx="10762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SpendWise – Smart Expense Tracker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493677" y="2059094"/>
            <a:ext cx="5964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Android Application with Java &amp; Firebase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3C0B8-F29D-43FA-832D-F0323951A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765" y="172720"/>
            <a:ext cx="1086869" cy="1086869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0857202E-8C4C-4686-9559-DBBD3F18CD3C}"/>
              </a:ext>
            </a:extLst>
          </p:cNvPr>
          <p:cNvSpPr/>
          <p:nvPr/>
        </p:nvSpPr>
        <p:spPr>
          <a:xfrm>
            <a:off x="4813457" y="3579403"/>
            <a:ext cx="5003483" cy="2104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GB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Md. </a:t>
            </a:r>
            <a:r>
              <a:rPr lang="en-GB" sz="360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Ishtiaq</a:t>
            </a:r>
            <a:r>
              <a:rPr lang="en-GB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Iqbal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GB" sz="3600" dirty="0">
                <a:solidFill>
                  <a:srgbClr val="403CCF"/>
                </a:solidFill>
                <a:latin typeface="Libre Baskerville" pitchFamily="34" charset="0"/>
              </a:rPr>
              <a:t>Assistant Professor &amp; Chairman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GB" sz="3600" dirty="0">
                <a:solidFill>
                  <a:srgbClr val="403CCF"/>
                </a:solidFill>
                <a:latin typeface="Libre Baskerville" pitchFamily="34" charset="0"/>
              </a:rPr>
              <a:t>Department of Computer Science and Engineering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GB" sz="3600" dirty="0">
                <a:solidFill>
                  <a:srgbClr val="403CCF"/>
                </a:solidFill>
                <a:latin typeface="Libre Baskerville" pitchFamily="34" charset="0"/>
              </a:rPr>
              <a:t>Cox’s Bazar International University</a:t>
            </a:r>
            <a:endParaRPr lang="en-US" sz="36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2F18112D-BB81-494B-A719-0910186F406A}"/>
              </a:ext>
            </a:extLst>
          </p:cNvPr>
          <p:cNvSpPr/>
          <p:nvPr/>
        </p:nvSpPr>
        <p:spPr>
          <a:xfrm>
            <a:off x="2094270" y="2413424"/>
            <a:ext cx="10762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200" u="sng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Submitted to: </a:t>
            </a:r>
            <a:endParaRPr lang="en-US" sz="3200" u="sng" dirty="0"/>
          </a:p>
        </p:txBody>
      </p:sp>
    </p:spTree>
    <p:extLst>
      <p:ext uri="{BB962C8B-B14F-4D97-AF65-F5344CB8AC3E}">
        <p14:creationId xmlns:p14="http://schemas.microsoft.com/office/powerpoint/2010/main" val="426759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537341"/>
            <a:ext cx="1675448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605326"/>
            <a:ext cx="140327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054310"/>
            <a:ext cx="84761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 with Expense Tracking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396144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961448"/>
            <a:ext cx="121920" cy="17308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524" y="4218742"/>
            <a:ext cx="31309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Inconsistent Tracking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470916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struggle with daily expense tracking.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96144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961448"/>
            <a:ext cx="121920" cy="17308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65696" y="4218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Time-Consuming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65696" y="470916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methods are slow and often lead to errors.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961448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961448"/>
            <a:ext cx="121920" cy="17308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88868" y="4218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Lack of Insights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988868" y="4709160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lack clear understanding of their spending habits.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58622"/>
            <a:ext cx="1549122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26607"/>
            <a:ext cx="127694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75592"/>
            <a:ext cx="91305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SpendWise: Your Financial Companion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82729"/>
            <a:ext cx="680442" cy="68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746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Record Instantly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237077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Quickly log expenses on the go.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782729"/>
            <a:ext cx="680442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6884" y="3746659"/>
            <a:ext cx="30250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Categorize Spending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4237077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Organize transactions for clarity.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053608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6017538"/>
            <a:ext cx="2863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Analyze &amp; Visualize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93790" y="6507956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insights with intuitive charts.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5053608"/>
            <a:ext cx="680442" cy="6804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56884" y="6017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Export Reports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456884" y="6507956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Securely save and share data.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20259"/>
            <a:ext cx="1903690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88244"/>
            <a:ext cx="16315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37228"/>
            <a:ext cx="570607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SpendWise Key Features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1970603" y="2765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Manage Expenses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255526"/>
            <a:ext cx="40120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Add, Edit, &amp; Delete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544366"/>
            <a:ext cx="4564975" cy="45649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6508" y="3273385"/>
            <a:ext cx="339328" cy="339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24442" y="2765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Track Spending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824442" y="3255526"/>
            <a:ext cx="4012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Daily, Monthly, All-Time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544366"/>
            <a:ext cx="4564975" cy="456497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44326" y="3273385"/>
            <a:ext cx="339328" cy="339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1256" y="44000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Analysis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051256" y="4890492"/>
            <a:ext cx="37853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Pie Charts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544366"/>
            <a:ext cx="4564975" cy="456497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43117" y="4657011"/>
            <a:ext cx="339328" cy="33932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24442" y="6035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CSV &amp; PDF Export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9824442" y="6525578"/>
            <a:ext cx="4012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Flexible Reporting</a:t>
            </a:r>
            <a:endParaRPr lang="en-US" sz="17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544366"/>
            <a:ext cx="4564975" cy="4564975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44326" y="6040636"/>
            <a:ext cx="339328" cy="33932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970603" y="6035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Secure Login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793790" y="6525578"/>
            <a:ext cx="40120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Authentication</a:t>
            </a:r>
            <a:endParaRPr lang="en-US" sz="17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544366"/>
            <a:ext cx="4564975" cy="4564975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46508" y="6040636"/>
            <a:ext cx="339328" cy="33932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743789" y="44000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Offline Support</a:t>
            </a:r>
            <a:endParaRPr lang="en-US" sz="2200" dirty="0"/>
          </a:p>
        </p:txBody>
      </p:sp>
      <p:sp>
        <p:nvSpPr>
          <p:cNvPr id="26" name="Text 14"/>
          <p:cNvSpPr/>
          <p:nvPr/>
        </p:nvSpPr>
        <p:spPr>
          <a:xfrm>
            <a:off x="793790" y="489049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 Data Sync</a:t>
            </a:r>
            <a:endParaRPr lang="en-US" sz="175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32653" y="2544366"/>
            <a:ext cx="4564975" cy="4564975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47717" y="4657011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637353"/>
            <a:ext cx="1793796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705338"/>
            <a:ext cx="15216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154323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Intuitive App Screens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42655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&amp; Registration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077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Summary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499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/ Add / Edit Expense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2655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Filter Expenses</a:t>
            </a:r>
          </a:p>
        </p:txBody>
      </p:sp>
      <p:sp>
        <p:nvSpPr>
          <p:cNvPr id="9" name="Text 7"/>
          <p:cNvSpPr/>
          <p:nvPr/>
        </p:nvSpPr>
        <p:spPr>
          <a:xfrm>
            <a:off x="7599521" y="47077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&amp; Export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1499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Profile Management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09CA470-47AB-4887-AD17-D43F231E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9854" y="1715473"/>
            <a:ext cx="2691847" cy="59818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210661" y="208537"/>
            <a:ext cx="1567339" cy="372433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346749" y="235882"/>
            <a:ext cx="15216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661" y="603587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Intuitive App Screens</a:t>
            </a:r>
            <a:endParaRPr lang="en-US" sz="2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79D6EBD-097E-478A-8115-2855EC87F936}"/>
              </a:ext>
            </a:extLst>
          </p:cNvPr>
          <p:cNvSpPr/>
          <p:nvPr/>
        </p:nvSpPr>
        <p:spPr>
          <a:xfrm>
            <a:off x="4828103" y="876042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Login &amp; Registration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AEDF4C-3A3E-4FF7-9C40-273AE4DA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76" y="1715473"/>
            <a:ext cx="2691847" cy="598188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909773E-C9AC-4C0A-AB59-37C76BD3A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8697" y="1715473"/>
            <a:ext cx="2691847" cy="598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0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09CA470-47AB-4887-AD17-D43F231E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32494" y="1715473"/>
            <a:ext cx="2691846" cy="59818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210661" y="208537"/>
            <a:ext cx="1567339" cy="372433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346749" y="235882"/>
            <a:ext cx="15216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661" y="603587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Intuitive App Screens</a:t>
            </a:r>
            <a:endParaRPr lang="en-US" sz="2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79D6EBD-097E-478A-8115-2855EC87F936}"/>
              </a:ext>
            </a:extLst>
          </p:cNvPr>
          <p:cNvSpPr/>
          <p:nvPr/>
        </p:nvSpPr>
        <p:spPr>
          <a:xfrm>
            <a:off x="4828103" y="876042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Summary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AEDF4C-3A3E-4FF7-9C40-273AE4DA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1916" y="1715473"/>
            <a:ext cx="2691846" cy="598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3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09CA470-47AB-4887-AD17-D43F231E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9854" y="1715473"/>
            <a:ext cx="2691846" cy="59818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210661" y="208537"/>
            <a:ext cx="1567339" cy="372433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346749" y="235882"/>
            <a:ext cx="15216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661" y="603587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Intuitive App Screens</a:t>
            </a:r>
            <a:endParaRPr lang="en-US" sz="2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79D6EBD-097E-478A-8115-2855EC87F936}"/>
              </a:ext>
            </a:extLst>
          </p:cNvPr>
          <p:cNvSpPr/>
          <p:nvPr/>
        </p:nvSpPr>
        <p:spPr>
          <a:xfrm>
            <a:off x="4828103" y="876042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View /Add / Edit Expense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AEDF4C-3A3E-4FF7-9C40-273AE4DA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69276" y="1715473"/>
            <a:ext cx="2691846" cy="598188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909773E-C9AC-4C0A-AB59-37C76BD3AE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178697" y="1715473"/>
            <a:ext cx="2691846" cy="598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08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09CA470-47AB-4887-AD17-D43F231E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9854" y="1715474"/>
            <a:ext cx="2691846" cy="598188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210661" y="208537"/>
            <a:ext cx="1567339" cy="372433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346749" y="235882"/>
            <a:ext cx="15216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661" y="603587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Intuitive App Screens</a:t>
            </a:r>
            <a:endParaRPr lang="en-US" sz="2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79D6EBD-097E-478A-8115-2855EC87F936}"/>
              </a:ext>
            </a:extLst>
          </p:cNvPr>
          <p:cNvSpPr/>
          <p:nvPr/>
        </p:nvSpPr>
        <p:spPr>
          <a:xfrm>
            <a:off x="4828103" y="876042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Filter Expenses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AEDF4C-3A3E-4FF7-9C40-273AE4DA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69276" y="1715474"/>
            <a:ext cx="2691846" cy="59818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909773E-C9AC-4C0A-AB59-37C76BD3AE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178697" y="1715474"/>
            <a:ext cx="2691846" cy="59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33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09CA470-47AB-4887-AD17-D43F231E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38931" y="1715474"/>
            <a:ext cx="2691846" cy="598188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210661" y="208537"/>
            <a:ext cx="1567339" cy="372433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346749" y="235882"/>
            <a:ext cx="15216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661" y="603587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Intuitive App Screens</a:t>
            </a:r>
            <a:endParaRPr lang="en-US" sz="2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79D6EBD-097E-478A-8115-2855EC87F936}"/>
              </a:ext>
            </a:extLst>
          </p:cNvPr>
          <p:cNvSpPr/>
          <p:nvPr/>
        </p:nvSpPr>
        <p:spPr>
          <a:xfrm>
            <a:off x="4828103" y="876042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Reports &amp; Export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AEDF4C-3A3E-4FF7-9C40-273AE4DA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8353" y="1715474"/>
            <a:ext cx="2691846" cy="59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85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09CA470-47AB-4887-AD17-D43F231E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9854" y="1715474"/>
            <a:ext cx="2691846" cy="598188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210661" y="208537"/>
            <a:ext cx="1567339" cy="372433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346749" y="235882"/>
            <a:ext cx="15216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661" y="603587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Intuitive App Screens</a:t>
            </a:r>
            <a:endParaRPr lang="en-US" sz="28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79D6EBD-097E-478A-8115-2855EC87F936}"/>
              </a:ext>
            </a:extLst>
          </p:cNvPr>
          <p:cNvSpPr/>
          <p:nvPr/>
        </p:nvSpPr>
        <p:spPr>
          <a:xfrm>
            <a:off x="4828103" y="876042"/>
            <a:ext cx="49741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Profile Management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AEDF4C-3A3E-4FF7-9C40-273AE4DA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69276" y="1715474"/>
            <a:ext cx="2691846" cy="59818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909773E-C9AC-4C0A-AB59-37C76BD3AE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178697" y="1715474"/>
            <a:ext cx="2691846" cy="59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15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9374"/>
            <a:ext cx="2237542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77359"/>
            <a:ext cx="19653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INSIGHTS AT A GLANCE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26344"/>
            <a:ext cx="529292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&amp; Analytics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88632"/>
            <a:ext cx="7604284" cy="36218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3790" y="604099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00F3D"/>
          </a:solidFill>
          <a:ln/>
        </p:spPr>
      </p:sp>
      <p:sp>
        <p:nvSpPr>
          <p:cNvPr id="7" name="Text 4"/>
          <p:cNvSpPr/>
          <p:nvPr/>
        </p:nvSpPr>
        <p:spPr>
          <a:xfrm>
            <a:off x="1081564" y="6040993"/>
            <a:ext cx="5285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Food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379351" y="604099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11E7A"/>
          </a:solidFill>
          <a:ln/>
        </p:spPr>
      </p:sp>
      <p:sp>
        <p:nvSpPr>
          <p:cNvPr id="9" name="Text 6"/>
          <p:cNvSpPr/>
          <p:nvPr/>
        </p:nvSpPr>
        <p:spPr>
          <a:xfrm>
            <a:off x="3667125" y="6040993"/>
            <a:ext cx="10390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Transport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964912" y="604099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312DB7"/>
          </a:solidFill>
          <a:ln/>
        </p:spPr>
      </p:sp>
      <p:sp>
        <p:nvSpPr>
          <p:cNvPr id="11" name="Text 8"/>
          <p:cNvSpPr/>
          <p:nvPr/>
        </p:nvSpPr>
        <p:spPr>
          <a:xfrm>
            <a:off x="6252686" y="6040993"/>
            <a:ext cx="9965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Shopping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420207"/>
            <a:ext cx="226814" cy="226814"/>
          </a:xfrm>
          <a:prstGeom prst="roundRect">
            <a:avLst>
              <a:gd name="adj" fmla="val 8063"/>
            </a:avLst>
          </a:prstGeom>
          <a:solidFill>
            <a:srgbClr val="5C59D6"/>
          </a:solidFill>
          <a:ln/>
        </p:spPr>
      </p:sp>
      <p:sp>
        <p:nvSpPr>
          <p:cNvPr id="13" name="Text 10"/>
          <p:cNvSpPr/>
          <p:nvPr/>
        </p:nvSpPr>
        <p:spPr>
          <a:xfrm>
            <a:off x="1081564" y="6420207"/>
            <a:ext cx="7911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Utilities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3379351" y="6420207"/>
            <a:ext cx="226814" cy="226814"/>
          </a:xfrm>
          <a:prstGeom prst="roundRect">
            <a:avLst>
              <a:gd name="adj" fmla="val 8063"/>
            </a:avLst>
          </a:prstGeom>
          <a:solidFill>
            <a:srgbClr val="9895E5"/>
          </a:solidFill>
          <a:ln/>
        </p:spPr>
      </p:sp>
      <p:sp>
        <p:nvSpPr>
          <p:cNvPr id="15" name="Text 12"/>
          <p:cNvSpPr/>
          <p:nvPr/>
        </p:nvSpPr>
        <p:spPr>
          <a:xfrm>
            <a:off x="3667125" y="6420207"/>
            <a:ext cx="15257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Entertainment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959096" y="2360295"/>
            <a:ext cx="438161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Expenses Overview</a:t>
            </a:r>
            <a:endParaRPr lang="en-US" sz="2650" dirty="0"/>
          </a:p>
        </p:txBody>
      </p:sp>
      <p:sp>
        <p:nvSpPr>
          <p:cNvPr id="17" name="Text 14"/>
          <p:cNvSpPr/>
          <p:nvPr/>
        </p:nvSpPr>
        <p:spPr>
          <a:xfrm>
            <a:off x="8959096" y="3012400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summary of your spending.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8959096" y="3602117"/>
            <a:ext cx="475214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Daily &amp; Monthly Summary</a:t>
            </a:r>
            <a:endParaRPr lang="en-US" sz="2650" dirty="0"/>
          </a:p>
        </p:txBody>
      </p:sp>
      <p:sp>
        <p:nvSpPr>
          <p:cNvPr id="19" name="Text 16"/>
          <p:cNvSpPr/>
          <p:nvPr/>
        </p:nvSpPr>
        <p:spPr>
          <a:xfrm>
            <a:off x="8959096" y="4254222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trends over time.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8959096" y="4843939"/>
            <a:ext cx="350270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Recent Transactions</a:t>
            </a:r>
            <a:endParaRPr lang="en-US" sz="2650" dirty="0"/>
          </a:p>
        </p:txBody>
      </p:sp>
      <p:sp>
        <p:nvSpPr>
          <p:cNvPr id="21" name="Text 18"/>
          <p:cNvSpPr/>
          <p:nvPr/>
        </p:nvSpPr>
        <p:spPr>
          <a:xfrm>
            <a:off x="8959096" y="5496044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Stay updated on new entries.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793790" y="71573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Category-wise pie chart provides a clear breakdown of where your money goes.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9374"/>
            <a:ext cx="2237542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77359"/>
            <a:ext cx="19653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INSIGHTS AT A GLANCE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26344"/>
            <a:ext cx="529292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WorkFlow</a:t>
            </a:r>
            <a:endParaRPr lang="en-US" sz="35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520891C-0180-4D8A-B59C-A8924E610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739" y="1793320"/>
            <a:ext cx="12074922" cy="576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09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88482"/>
            <a:ext cx="1276826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56467"/>
            <a:ext cx="100464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05451"/>
            <a:ext cx="640592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Expense Management Flow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12588"/>
            <a:ext cx="6521410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746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Adds Expense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23707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input, intuitive interface.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12588"/>
            <a:ext cx="6521410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2014" y="3746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Validated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542014" y="423707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Ensuring accuracy and integrity.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26794"/>
            <a:ext cx="6521410" cy="9072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0604" y="5960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Stored in Firebase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20604" y="645128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Realtime Database for instant access.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26794"/>
            <a:ext cx="6521410" cy="9072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42014" y="5960864"/>
            <a:ext cx="28369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Updates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542014" y="645128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Reflects changes instantly.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50012"/>
            <a:ext cx="2110740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17997"/>
            <a:ext cx="183856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66982"/>
            <a:ext cx="69178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Reports &amp; Export Capabilities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2474119"/>
            <a:ext cx="6407944" cy="2239328"/>
          </a:xfrm>
          <a:prstGeom prst="roundRect">
            <a:avLst>
              <a:gd name="adj" fmla="val 151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270" y="2504599"/>
            <a:ext cx="6346984" cy="68044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7" name="Shape 5"/>
          <p:cNvSpPr/>
          <p:nvPr/>
        </p:nvSpPr>
        <p:spPr>
          <a:xfrm>
            <a:off x="1051084" y="3411855"/>
            <a:ext cx="1580674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7172" y="3534251"/>
            <a:ext cx="181451" cy="1814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9349" y="3479840"/>
            <a:ext cx="103632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CSV EXPORT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084" y="409325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 detailed transaction data.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428548" y="2474119"/>
            <a:ext cx="6408063" cy="2239328"/>
          </a:xfrm>
          <a:prstGeom prst="roundRect">
            <a:avLst>
              <a:gd name="adj" fmla="val 151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59027" y="2504599"/>
            <a:ext cx="6347103" cy="68044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3" name="Shape 10"/>
          <p:cNvSpPr/>
          <p:nvPr/>
        </p:nvSpPr>
        <p:spPr>
          <a:xfrm>
            <a:off x="7685842" y="3411855"/>
            <a:ext cx="1593175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1930" y="3534251"/>
            <a:ext cx="181451" cy="1814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94107" y="3479840"/>
            <a:ext cx="10488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 EXPORT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685842" y="409325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professional summary reports.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793790" y="4940260"/>
            <a:ext cx="6407944" cy="2239328"/>
          </a:xfrm>
          <a:prstGeom prst="roundRect">
            <a:avLst>
              <a:gd name="adj" fmla="val 151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4270" y="4970740"/>
            <a:ext cx="6346984" cy="68044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9" name="Shape 15"/>
          <p:cNvSpPr/>
          <p:nvPr/>
        </p:nvSpPr>
        <p:spPr>
          <a:xfrm>
            <a:off x="1051084" y="5877997"/>
            <a:ext cx="2431018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7172" y="6000393"/>
            <a:ext cx="181451" cy="18145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59349" y="5945981"/>
            <a:ext cx="18866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 DATE RANGE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51084" y="655939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specific periods for analysis.</a:t>
            </a:r>
            <a:endParaRPr lang="en-US" sz="1750" dirty="0"/>
          </a:p>
        </p:txBody>
      </p:sp>
      <p:sp>
        <p:nvSpPr>
          <p:cNvPr id="23" name="Shape 18"/>
          <p:cNvSpPr/>
          <p:nvPr/>
        </p:nvSpPr>
        <p:spPr>
          <a:xfrm>
            <a:off x="7428548" y="4940260"/>
            <a:ext cx="6408063" cy="2239328"/>
          </a:xfrm>
          <a:prstGeom prst="roundRect">
            <a:avLst>
              <a:gd name="adj" fmla="val 1519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59027" y="4970740"/>
            <a:ext cx="6347103" cy="680442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25" name="Shape 20"/>
          <p:cNvSpPr/>
          <p:nvPr/>
        </p:nvSpPr>
        <p:spPr>
          <a:xfrm>
            <a:off x="7685842" y="5877997"/>
            <a:ext cx="2050375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1930" y="6000393"/>
            <a:ext cx="181451" cy="18145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94107" y="5945981"/>
            <a:ext cx="15060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STORAGE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685842" y="655939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locally or to Firebase Storage.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31219"/>
            <a:ext cx="1449943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199203"/>
            <a:ext cx="11777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648188"/>
            <a:ext cx="58403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Robust Technology Stack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555325"/>
            <a:ext cx="680442" cy="68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7720" y="3746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Android Native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757720" y="4237077"/>
            <a:ext cx="54156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in Java for optimal performance.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3555325"/>
            <a:ext cx="680442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20814" y="3746659"/>
            <a:ext cx="34457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Firebase Authentication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420814" y="4237077"/>
            <a:ext cx="541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and scalable user management.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053608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57720" y="5244941"/>
            <a:ext cx="3144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Firebase Realtime DB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757720" y="5735360"/>
            <a:ext cx="54156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Synchronized data across devices.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5053608"/>
            <a:ext cx="680442" cy="6804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20814" y="52449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Firebase Storage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8420814" y="5735360"/>
            <a:ext cx="541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storage for exports and backups.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95738"/>
            <a:ext cx="1295995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163723"/>
            <a:ext cx="10238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ASSURANCE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612708"/>
            <a:ext cx="495823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Security &amp; Reliability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3519845"/>
            <a:ext cx="13042821" cy="2613898"/>
          </a:xfrm>
          <a:prstGeom prst="roundRect">
            <a:avLst>
              <a:gd name="adj" fmla="val 1302"/>
            </a:avLst>
          </a:prstGeom>
          <a:solidFill>
            <a:srgbClr val="EAE8F3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3519845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1020604" y="3746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Isolation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4237077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User-level data protection.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315200" y="3519845"/>
            <a:ext cx="6521410" cy="1306949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3519845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76" y="3746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Secure Rules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82176" y="4237077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security protocols.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031712" y="3889772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3397" y="4031456"/>
            <a:ext cx="283488" cy="28348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93790" y="4826794"/>
            <a:ext cx="6521410" cy="1306949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6" name="Shape 13"/>
          <p:cNvSpPr/>
          <p:nvPr/>
        </p:nvSpPr>
        <p:spPr>
          <a:xfrm>
            <a:off x="793790" y="482679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7" name="Text 14"/>
          <p:cNvSpPr/>
          <p:nvPr/>
        </p:nvSpPr>
        <p:spPr>
          <a:xfrm>
            <a:off x="1020604" y="5053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Offline-First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020604" y="5544026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Uninterrupted access.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315200" y="4826794"/>
            <a:ext cx="6521410" cy="1306949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0" y="4826794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21" name="Shape 18"/>
          <p:cNvSpPr/>
          <p:nvPr/>
        </p:nvSpPr>
        <p:spPr>
          <a:xfrm>
            <a:off x="7315200" y="482679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22" name="Text 19"/>
          <p:cNvSpPr/>
          <p:nvPr/>
        </p:nvSpPr>
        <p:spPr>
          <a:xfrm>
            <a:off x="7882176" y="5053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Automatic Sync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882176" y="5544026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Effortless data consistency.</a:t>
            </a:r>
            <a:endParaRPr lang="en-US" sz="1750" dirty="0"/>
          </a:p>
        </p:txBody>
      </p:sp>
      <p:sp>
        <p:nvSpPr>
          <p:cNvPr id="24" name="Shape 21"/>
          <p:cNvSpPr/>
          <p:nvPr/>
        </p:nvSpPr>
        <p:spPr>
          <a:xfrm>
            <a:off x="7031712" y="5196721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3397" y="5338405"/>
            <a:ext cx="283488" cy="2834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95738"/>
            <a:ext cx="1295995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163723"/>
            <a:ext cx="10238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ASSURANCE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612708"/>
            <a:ext cx="495823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Scope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3519845"/>
            <a:ext cx="13042821" cy="2613898"/>
          </a:xfrm>
          <a:prstGeom prst="roundRect">
            <a:avLst>
              <a:gd name="adj" fmla="val 1302"/>
            </a:avLst>
          </a:prstGeom>
          <a:solidFill>
            <a:srgbClr val="EAE8F3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3519845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1020604" y="3746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Budget limit alerts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0" y="3519845"/>
            <a:ext cx="6521410" cy="1306949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3519845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76" y="3746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Backup and restore feature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031712" y="3889772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3397" y="4031456"/>
            <a:ext cx="283488" cy="28348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93790" y="4826794"/>
            <a:ext cx="6521410" cy="1306949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6" name="Shape 13"/>
          <p:cNvSpPr/>
          <p:nvPr/>
        </p:nvSpPr>
        <p:spPr>
          <a:xfrm>
            <a:off x="793790" y="482679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7" name="Text 14"/>
          <p:cNvSpPr/>
          <p:nvPr/>
        </p:nvSpPr>
        <p:spPr>
          <a:xfrm>
            <a:off x="1020604" y="5053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Multi-currency support 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315200" y="4826794"/>
            <a:ext cx="6521410" cy="1306949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0" y="4826794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21" name="Shape 18"/>
          <p:cNvSpPr/>
          <p:nvPr/>
        </p:nvSpPr>
        <p:spPr>
          <a:xfrm>
            <a:off x="7315200" y="482679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22" name="Text 19"/>
          <p:cNvSpPr/>
          <p:nvPr/>
        </p:nvSpPr>
        <p:spPr>
          <a:xfrm>
            <a:off x="7882176" y="5053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Cloud Functions for automation 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031712" y="5196721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3397" y="5338405"/>
            <a:ext cx="283488" cy="28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3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481</Words>
  <Application>Microsoft Office PowerPoint</Application>
  <PresentationFormat>Custom</PresentationFormat>
  <Paragraphs>155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Libre Baskerville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Riduan Aziz</dc:creator>
  <cp:lastModifiedBy>Riduan Aziz</cp:lastModifiedBy>
  <cp:revision>11</cp:revision>
  <dcterms:created xsi:type="dcterms:W3CDTF">2026-01-12T23:38:35Z</dcterms:created>
  <dcterms:modified xsi:type="dcterms:W3CDTF">2026-01-16T10:45:37Z</dcterms:modified>
</cp:coreProperties>
</file>